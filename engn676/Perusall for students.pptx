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4A91-4966-5049-AA9D-5495A8AB9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7FF72-8FFB-1B42-9761-EB1F97A65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E8A4A-0BAD-334A-B0C0-6C4ED604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FD264-9798-6D46-964A-2CF4F113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57982-8758-EC40-B074-C1D24F315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7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86A8-F451-544B-8E70-0B9CF8F07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9ECB6-87C2-EA44-BC1E-50F8DD7B4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E01BF-6E84-A148-ABA4-B7355CC7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A79D7-C3C9-894A-81B9-0A309C22F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B69B4-45AE-EE4C-9373-1CAD58A2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CAD39-A512-DE4E-A441-8AF305134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E89DB-A5CC-D94A-88BA-CAEAB8C7E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753B2-7724-AB4D-BC1C-4AE6EE60A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AB9E8-03F4-AD42-BD37-828B6ECD3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BD981-E894-0643-893C-C96EB8D5B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26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51EE3-00CD-DB42-BA00-39B1AA6E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08A01-7150-2F4D-AAB4-95D3D7DE60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CEAA9-84B6-464C-834A-5F43D42A7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A3AF2-B21F-F04B-857F-1F48E5ACD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2D4E2-578C-754B-B8B2-A17B4D97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B49414-153A-9B47-BEC9-2BE39D6E9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52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1F6E8-D3AC-114D-87A8-426F73AE7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3EC29-0838-8F4A-AC0B-2DD2EA400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86639-916E-CD4F-BDF1-DF70FEF46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7BD7F1-A99C-534B-8B14-19D216BD8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FABA0-56F7-5D45-8447-F34BD4A69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25D40C-0E38-BB4F-9DAC-69A25EFA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5CF3CC-37FF-9348-9148-EA231692A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A807D2-D5AB-ED4C-A632-03CAD79C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02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E447-04FB-224A-91ED-4E2D4A95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460453-CFCE-104B-8EA8-5EE04C8E2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35D2B-1C1E-214B-A7B2-489916598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63E0D2-14C6-BC47-AC76-4FD211FA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53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A67B5-48E7-794F-81ED-560F1A9E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03383D-9C8D-9B49-AD81-D6F7FB37A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9F07A-5969-DD4A-8852-6C6E3CAD8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9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AB9A3-4FF0-7D45-810E-CB09D42BD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95AC3-9BC4-C64C-AB3C-849EC58C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D4DCE-EBAC-1149-B8F1-911CB385F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424C0-FF01-C34D-9351-FECD2890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43235-F35C-C04D-8179-352A0079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633F7-0EC5-CE48-90C0-CC59B7E7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4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57CCE-004F-C749-8A0A-973E47FD2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78831-1550-F347-BFC7-6F8042170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FDA40-1FB2-7041-B58A-F2CE3AE9E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53410-BF68-0D44-B55A-00131DBAD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A275B-EF1A-4841-B588-52F840D4D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D4A3A-7F27-A14A-9270-0FDABC2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61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2E6E-A916-D24F-B636-C8E0152C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740D5-46B7-004D-B541-F15F4087B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75E30-9ED6-E34E-B06E-E69E907E5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233DB-F24D-1042-97D5-92BB10BF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3D1F5-3129-1E4C-A693-FC5C6115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5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AB80E2-545C-D94F-994B-AF3CDE4666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A8BF2-2B42-E54C-B46A-036463E7D1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6F631-55DF-9C43-8633-10B329B2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5D1C8-68F8-0D48-A588-8E671E96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876EA-7735-604E-9CEE-C4D66DD1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6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A05691-AAB0-F74E-961C-BC3CFAFF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4D94E-1153-0648-BAAE-993D55CB2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319F1-E827-A049-8FE4-FE127E663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E6791-922D-5D42-B39E-5836AD5809CD}" type="datetimeFigureOut">
              <a:rPr lang="en-US" smtClean="0"/>
              <a:t>2/17/20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E07B2-D0C1-4740-94B1-E79255675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37AC5-E75A-5A48-9F99-0910989F6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2B7FD-AE39-9347-A8AC-946BF4F472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287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328E-78C6-324F-8952-D91DB1873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dirty="0"/>
              <a:t>Perusall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3BF05-A867-B042-8ADA-A90DF68975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Reading together for better grades</a:t>
            </a:r>
          </a:p>
        </p:txBody>
      </p:sp>
    </p:spTree>
    <p:extLst>
      <p:ext uri="{BB962C8B-B14F-4D97-AF65-F5344CB8AC3E}">
        <p14:creationId xmlns:p14="http://schemas.microsoft.com/office/powerpoint/2010/main" val="159806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8788-5F91-6D48-8C64-5BF040387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Perusall</a:t>
            </a:r>
            <a:r>
              <a:rPr lang="en-US" dirty="0"/>
              <a:t> online reading app.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42186-3583-B24A-89E0-616251578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 &amp; annotate</a:t>
            </a:r>
          </a:p>
          <a:p>
            <a:pPr lvl="1"/>
            <a:r>
              <a:rPr lang="en-US" dirty="0"/>
              <a:t>Comments of your own or</a:t>
            </a:r>
          </a:p>
          <a:p>
            <a:pPr lvl="1"/>
            <a:r>
              <a:rPr lang="en-US" dirty="0"/>
              <a:t>Respond to other students’ posts</a:t>
            </a:r>
          </a:p>
          <a:p>
            <a:r>
              <a:rPr lang="en-US" dirty="0"/>
              <a:t>Make 7 annotations to get a grade</a:t>
            </a:r>
          </a:p>
          <a:p>
            <a:r>
              <a:rPr lang="en-US" dirty="0"/>
              <a:t>Machine graded but your teacher will follow discussion posts and can adjust grades</a:t>
            </a:r>
          </a:p>
          <a:p>
            <a:r>
              <a:rPr lang="en-US" dirty="0"/>
              <a:t>See the class handout for details</a:t>
            </a:r>
          </a:p>
        </p:txBody>
      </p:sp>
    </p:spTree>
    <p:extLst>
      <p:ext uri="{BB962C8B-B14F-4D97-AF65-F5344CB8AC3E}">
        <p14:creationId xmlns:p14="http://schemas.microsoft.com/office/powerpoint/2010/main" val="2935138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8A43-6233-4541-A583-603B822D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 in </a:t>
            </a:r>
            <a:r>
              <a:rPr lang="en-US" i="1" dirty="0"/>
              <a:t>Perusall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79D27-EEED-954C-9DC8-C5278E32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your course </a:t>
            </a:r>
            <a:r>
              <a:rPr lang="en-US" i="1" dirty="0"/>
              <a:t>Learn</a:t>
            </a:r>
            <a:r>
              <a:rPr lang="en-US" dirty="0"/>
              <a:t> page</a:t>
            </a:r>
          </a:p>
          <a:p>
            <a:pPr lvl="1"/>
            <a:r>
              <a:rPr lang="en-US" dirty="0"/>
              <a:t>Click on the large red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Agree to the </a:t>
            </a:r>
            <a:r>
              <a:rPr lang="en-US" i="1" dirty="0"/>
              <a:t>Perusall</a:t>
            </a:r>
            <a:r>
              <a:rPr lang="en-US" dirty="0"/>
              <a:t> privacy statement</a:t>
            </a:r>
          </a:p>
          <a:p>
            <a:pPr lvl="1"/>
            <a:r>
              <a:rPr lang="en-US" dirty="0"/>
              <a:t>Add your Lincoln Student ID number (ensures your grade gets sent to LU)</a:t>
            </a:r>
          </a:p>
          <a:p>
            <a:pPr lvl="1"/>
            <a:r>
              <a:rPr lang="en-US" dirty="0"/>
              <a:t>Read and start annotating</a:t>
            </a:r>
          </a:p>
          <a:p>
            <a:pPr lvl="1"/>
            <a:r>
              <a:rPr lang="en-US" b="1" dirty="0"/>
              <a:t>Note</a:t>
            </a:r>
            <a:r>
              <a:rPr lang="en-US" dirty="0"/>
              <a:t> there is a deadline for your Perusall assignment</a:t>
            </a:r>
          </a:p>
        </p:txBody>
      </p: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36F1819A-143E-CE40-8898-3BD7AEF3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865" y="2249377"/>
            <a:ext cx="858564" cy="85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6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5B16C-9C8E-724D-8E93-5DE7152F3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Grades in </a:t>
            </a:r>
            <a:r>
              <a:rPr lang="en-US" i="1" dirty="0"/>
              <a:t>Perusall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5DC59-3BDB-4645-8CE7-A8CF528EE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 =	demonstrates  thorough reading</a:t>
            </a:r>
            <a:endParaRPr lang="en-NZ" dirty="0"/>
          </a:p>
          <a:p>
            <a:r>
              <a:rPr lang="en-US" dirty="0"/>
              <a:t>2 = 	demonstrates good reading</a:t>
            </a:r>
            <a:endParaRPr lang="en-NZ" dirty="0"/>
          </a:p>
          <a:p>
            <a:r>
              <a:rPr lang="en-US" dirty="0"/>
              <a:t>1 =	demonstrates superficial reading</a:t>
            </a:r>
            <a:endParaRPr lang="en-NZ" dirty="0"/>
          </a:p>
          <a:p>
            <a:r>
              <a:rPr lang="en-US" dirty="0"/>
              <a:t>0 = 	demonstrates </a:t>
            </a:r>
            <a:r>
              <a:rPr lang="en-US"/>
              <a:t>superficial reading</a:t>
            </a:r>
            <a:endParaRPr lang="en-N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180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126</Words>
  <Application>Microsoft Macintosh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Perusall</vt:lpstr>
      <vt:lpstr>Perusall online reading app.</vt:lpstr>
      <vt:lpstr>Getting started in Perusall</vt:lpstr>
      <vt:lpstr>Grades in Perusall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Perusall</dc:title>
  <dc:creator>Ward, Maurice</dc:creator>
  <cp:lastModifiedBy>Ward, Maurice</cp:lastModifiedBy>
  <cp:revision>5</cp:revision>
  <dcterms:created xsi:type="dcterms:W3CDTF">2020-02-16T19:15:15Z</dcterms:created>
  <dcterms:modified xsi:type="dcterms:W3CDTF">2020-02-16T19:40:13Z</dcterms:modified>
</cp:coreProperties>
</file>